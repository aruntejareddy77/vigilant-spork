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?xml version="1.0" encoding="UTF-8" standalone="yes"?>
<Relationships xmlns="http://schemas.openxmlformats.org/package/2006/relationships">
</Relationships>
</file>

<file path=ppt/presentation.xml><?xml version="1.0" encoding="utf-8"?>
<root>
  <content>Sample Sovereign Template</content>
</root>
</file>